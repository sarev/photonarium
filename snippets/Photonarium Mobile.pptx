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4" autoAdjust="0"/>
    <p:restoredTop sz="94660"/>
  </p:normalViewPr>
  <p:slideViewPr>
    <p:cSldViewPr snapToGrid="0">
      <p:cViewPr>
        <p:scale>
          <a:sx n="104" d="100"/>
          <a:sy n="104" d="100"/>
        </p:scale>
        <p:origin x="201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651E0-7B1B-C58A-4593-54F4BC396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516EB-BF15-0D72-7774-E14FAC021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CDA5D-0CAB-CC87-CC98-C3FB0CFE4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F933-DCC7-41D0-82CF-8F5F469C7BD3}" type="datetimeFigureOut">
              <a:rPr lang="en-GB" smtClean="0"/>
              <a:t>Sat 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48E28-A5CE-E0E7-63FB-3DD125C3A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A9C7-A669-64C3-4302-FB0F159A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166D8-ECCE-4013-AEDD-54166DEA9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181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A00D-0BF5-A918-CFD7-E6114EAE7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0BCB1-B316-8682-4A9D-9B009D245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C6FA0-60FA-8C50-2DA4-91C3C8CFB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F933-DCC7-41D0-82CF-8F5F469C7BD3}" type="datetimeFigureOut">
              <a:rPr lang="en-GB" smtClean="0"/>
              <a:t>Sat 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CDAB5-C747-0A13-4F9A-A1124844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C4871-D6FE-C006-DBA4-AB969DA1F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166D8-ECCE-4013-AEDD-54166DEA9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54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3BCE5-5D1F-504D-C3D6-3F5D27F23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58888-54DA-55F2-4A8C-292303EDB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7E65A-F726-E893-2A20-BF01B4FD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F933-DCC7-41D0-82CF-8F5F469C7BD3}" type="datetimeFigureOut">
              <a:rPr lang="en-GB" smtClean="0"/>
              <a:t>Sat 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35B6-AC14-1608-ECA6-9CCC7220F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5ED73-8F31-BC2B-8EC2-5A3F9BC56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166D8-ECCE-4013-AEDD-54166DEA9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671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59580-8BA0-7643-62D3-A74E11B2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0671A-8D47-C3AD-F7C0-0392ADA8F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1A005-13CB-B5D3-70A4-7EF70355F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8AA2F-8D82-4912-22BB-BC7CCDFD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F933-DCC7-41D0-82CF-8F5F469C7BD3}" type="datetimeFigureOut">
              <a:rPr lang="en-GB" smtClean="0"/>
              <a:t>Sat 14/02/2026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8A337-ED52-D9ED-B402-715283C8C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47DFB-1749-F662-24E6-9A09D4CF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166D8-ECCE-4013-AEDD-54166DEA9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5884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95A2-E54E-3697-BFED-B4B18279E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0DF40-4E0B-CD70-3AB1-6A88DF8BD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EFD4F-C97D-DA6F-D97E-B996679FC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40543D-106F-6E39-1E44-AEDD7902F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3A6FEA-23D0-496B-FB59-9EBC71F614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816B8C-959D-6538-B39F-6F08F0C4C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F933-DCC7-41D0-82CF-8F5F469C7BD3}" type="datetimeFigureOut">
              <a:rPr lang="en-GB" smtClean="0"/>
              <a:t>Sat 14/02/2026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5E4A0-491C-96AA-7CA5-72762236C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5CAD40-F163-A1AD-C33F-20E9EF36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166D8-ECCE-4013-AEDD-54166DEA9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660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E4E6B-4A5D-EECC-4424-5A59340F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DBC6F-5841-9722-6DD7-E0114E1E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F933-DCC7-41D0-82CF-8F5F469C7BD3}" type="datetimeFigureOut">
              <a:rPr lang="en-GB" smtClean="0"/>
              <a:t>Sat 14/02/2026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3FF25-846C-F154-778A-DA9C7A6FF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C21918-1EF4-AC8C-3B98-EA41A80EE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166D8-ECCE-4013-AEDD-54166DEA9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335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5B3241-C24B-03E5-0DCC-32C0293A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F933-DCC7-41D0-82CF-8F5F469C7BD3}" type="datetimeFigureOut">
              <a:rPr lang="en-GB" smtClean="0"/>
              <a:t>Sat 14/02/2026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51D882-D41A-D6D8-DB57-4B3C249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3041C-8409-73DA-507F-29F37852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166D8-ECCE-4013-AEDD-54166DEA9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653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13973-EC69-45A7-3127-DDB3973E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2B5CA-DBD6-3F10-5EAF-77B436598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47AA40-3880-146E-6028-48928B0E4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A2D28-2489-C140-E434-CC3E2D0D9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F933-DCC7-41D0-82CF-8F5F469C7BD3}" type="datetimeFigureOut">
              <a:rPr lang="en-GB" smtClean="0"/>
              <a:t>Sat 14/02/2026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5ED29-9858-B88F-9E13-835D9B51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CFC12-D3E1-569E-63C6-2260B8F8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166D8-ECCE-4013-AEDD-54166DEA9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562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49367-7283-EBB5-3C5E-F33F4C7FE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8A6173-42FC-1ED7-EA8D-D98E6AEC44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9E3A51-BB04-5180-2113-A541A89F4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1312E-DED7-65BD-8853-B4D0F5754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F933-DCC7-41D0-82CF-8F5F469C7BD3}" type="datetimeFigureOut">
              <a:rPr lang="en-GB" smtClean="0"/>
              <a:t>Sat 14/02/2026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8A800-952E-631A-C863-BFA5108B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2FA9E-6CDC-4429-851C-05B4E4F23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166D8-ECCE-4013-AEDD-54166DEA9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0872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056B-877E-9897-FD19-5DBCEB221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61CE94-CFE2-9D1D-5380-C5C42B5EE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30ABB-8CBB-EDE3-BEF4-FADA25011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F933-DCC7-41D0-82CF-8F5F469C7BD3}" type="datetimeFigureOut">
              <a:rPr lang="en-GB" smtClean="0"/>
              <a:t>Sat 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AF744-12FA-A94C-4C49-AD8ED1A5D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59250-4590-D4EE-D90A-1E27EE9E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166D8-ECCE-4013-AEDD-54166DEA9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428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E512C8-1C0A-1FB5-7226-5F7CA5B5D9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D9357-D218-8003-6549-88BC60050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31CB0-33F6-3D2B-6376-DE624B9AD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F933-DCC7-41D0-82CF-8F5F469C7BD3}" type="datetimeFigureOut">
              <a:rPr lang="en-GB" smtClean="0"/>
              <a:t>Sat 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35D30-CD3D-EE12-AA94-31B530179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4277E-42CF-AF4E-2AF3-E775EE92E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166D8-ECCE-4013-AEDD-54166DEA9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95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6F0C87-75ED-C672-6686-75E926B70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5B4BF-6A7D-C8FD-9E1C-E5D7EED22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A1F0B-42A1-D009-3DBF-F67AA2A83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1F933-DCC7-41D0-82CF-8F5F469C7BD3}" type="datetimeFigureOut">
              <a:rPr lang="en-GB" smtClean="0"/>
              <a:t>Sat 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330B7-E9CD-BF4B-98C6-5086781BC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AA590-C067-931E-E04B-3DF0CC045F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7166D8-ECCE-4013-AEDD-54166DEA9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055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62B126-8F5A-AADD-BDB7-253DCC4BFD29}"/>
              </a:ext>
            </a:extLst>
          </p:cNvPr>
          <p:cNvSpPr/>
          <p:nvPr/>
        </p:nvSpPr>
        <p:spPr>
          <a:xfrm>
            <a:off x="-41354" y="0"/>
            <a:ext cx="12273178" cy="689705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05792-4817-D581-9B23-8DAD4B1EC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868" y="2000725"/>
            <a:ext cx="6489205" cy="289560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E64046-9C3F-4695-FD6F-D964F29A0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433" y="578830"/>
            <a:ext cx="3273559" cy="573939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076B93A-9FBD-0046-6A76-40FA459F42F5}"/>
              </a:ext>
            </a:extLst>
          </p:cNvPr>
          <p:cNvSpPr/>
          <p:nvPr/>
        </p:nvSpPr>
        <p:spPr>
          <a:xfrm>
            <a:off x="4490057" y="4949553"/>
            <a:ext cx="7254699" cy="1612071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C3C5B9-2C34-7C8E-A917-F3AB887CC9D2}"/>
              </a:ext>
            </a:extLst>
          </p:cNvPr>
          <p:cNvSpPr/>
          <p:nvPr/>
        </p:nvSpPr>
        <p:spPr>
          <a:xfrm>
            <a:off x="709159" y="6380437"/>
            <a:ext cx="3780898" cy="1612071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452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Revill</dc:creator>
  <cp:lastModifiedBy>Steve Revill</cp:lastModifiedBy>
  <cp:revision>1</cp:revision>
  <dcterms:created xsi:type="dcterms:W3CDTF">2026-02-14T15:11:29Z</dcterms:created>
  <dcterms:modified xsi:type="dcterms:W3CDTF">2026-02-14T15:11:54Z</dcterms:modified>
</cp:coreProperties>
</file>